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146847056" r:id="rId9"/>
    <p:sldId id="2146847057" r:id="rId10"/>
    <p:sldId id="265" r:id="rId11"/>
    <p:sldId id="266" r:id="rId12"/>
    <p:sldId id="267" r:id="rId13"/>
    <p:sldId id="268" r:id="rId14"/>
    <p:sldId id="2146847055" r:id="rId15"/>
    <p:sldId id="26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B98E8-7AC3-75BD-DBFE-38A4BBF4F439}" v="10" dt="2024-01-05T12:23:35.348"/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1" d="2"/>
          <a:sy n="1" d="2"/>
        </p:scale>
        <p:origin x="-1476" y="-4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zma Sardar" userId="S::uzma@edunetfoundation.org::890a7be9-5a0a-41fe-80e8-7700810bf9d6" providerId="AD" clId="Web-{47C7BCB7-7546-3717-E035-B2126C89CD1A}"/>
    <pc:docChg chg="modSld">
      <pc:chgData name="Uzma Sardar" userId="S::uzma@edunetfoundation.org::890a7be9-5a0a-41fe-80e8-7700810bf9d6" providerId="AD" clId="Web-{47C7BCB7-7546-3717-E035-B2126C89CD1A}" dt="2023-11-22T12:55:27.328" v="2" actId="20577"/>
      <pc:docMkLst>
        <pc:docMk/>
      </pc:docMkLst>
      <pc:sldChg chg="modSp">
        <pc:chgData name="Uzma Sardar" userId="S::uzma@edunetfoundation.org::890a7be9-5a0a-41fe-80e8-7700810bf9d6" providerId="AD" clId="Web-{47C7BCB7-7546-3717-E035-B2126C89CD1A}" dt="2023-11-22T12:55:27.328" v="2" actId="20577"/>
        <pc:sldMkLst>
          <pc:docMk/>
          <pc:sldMk cId="1186421160" sldId="262"/>
        </pc:sldMkLst>
        <pc:spChg chg="mod">
          <ac:chgData name="Uzma Sardar" userId="S::uzma@edunetfoundation.org::890a7be9-5a0a-41fe-80e8-7700810bf9d6" providerId="AD" clId="Web-{47C7BCB7-7546-3717-E035-B2126C89CD1A}" dt="2023-11-22T12:55:27.328" v="2" actId="20577"/>
          <ac:spMkLst>
            <pc:docMk/>
            <pc:sldMk cId="1186421160" sldId="262"/>
            <ac:spMk id="2" creationId="{8FEE4A9C-3F57-7DA7-91FD-715C3FB47F93}"/>
          </ac:spMkLst>
        </pc:spChg>
      </pc:sldChg>
    </pc:docChg>
  </pc:docChgLst>
  <pc:docChgLst>
    <pc:chgData name="Uzma Sardar" userId="S::uzma@edunetfoundation.org::890a7be9-5a0a-41fe-80e8-7700810bf9d6" providerId="AD" clId="Web-{12466EFC-1F62-CA2C-07B1-96111B302B1B}"/>
    <pc:docChg chg="addSld modSld sldOrd">
      <pc:chgData name="Uzma Sardar" userId="S::uzma@edunetfoundation.org::890a7be9-5a0a-41fe-80e8-7700810bf9d6" providerId="AD" clId="Web-{12466EFC-1F62-CA2C-07B1-96111B302B1B}" dt="2023-11-22T13:37:01.483" v="138" actId="20577"/>
      <pc:docMkLst>
        <pc:docMk/>
      </pc:docMkLst>
      <pc:sldChg chg="modSp">
        <pc:chgData name="Uzma Sardar" userId="S::uzma@edunetfoundation.org::890a7be9-5a0a-41fe-80e8-7700810bf9d6" providerId="AD" clId="Web-{12466EFC-1F62-CA2C-07B1-96111B302B1B}" dt="2023-11-22T12:50:28.225" v="0" actId="14100"/>
        <pc:sldMkLst>
          <pc:docMk/>
          <pc:sldMk cId="953325580" sldId="256"/>
        </pc:sldMkLst>
        <pc:spChg chg="mod">
          <ac:chgData name="Uzma Sardar" userId="S::uzma@edunetfoundation.org::890a7be9-5a0a-41fe-80e8-7700810bf9d6" providerId="AD" clId="Web-{12466EFC-1F62-CA2C-07B1-96111B302B1B}" dt="2023-11-22T12:50:28.225" v="0" actId="14100"/>
          <ac:spMkLst>
            <pc:docMk/>
            <pc:sldMk cId="953325580" sldId="256"/>
            <ac:spMk id="4" creationId="{00000000-0000-0000-0000-000000000000}"/>
          </ac:spMkLst>
        </pc:spChg>
      </pc:sldChg>
      <pc:sldChg chg="modSp ord">
        <pc:chgData name="Uzma Sardar" userId="S::uzma@edunetfoundation.org::890a7be9-5a0a-41fe-80e8-7700810bf9d6" providerId="AD" clId="Web-{12466EFC-1F62-CA2C-07B1-96111B302B1B}" dt="2023-11-22T13:04:11.113" v="45" actId="20577"/>
        <pc:sldMkLst>
          <pc:docMk/>
          <pc:sldMk cId="1186421160" sldId="262"/>
        </pc:sldMkLst>
        <pc:spChg chg="mod">
          <ac:chgData name="Uzma Sardar" userId="S::uzma@edunetfoundation.org::890a7be9-5a0a-41fe-80e8-7700810bf9d6" providerId="AD" clId="Web-{12466EFC-1F62-CA2C-07B1-96111B302B1B}" dt="2023-11-22T13:04:11.113" v="45" actId="20577"/>
          <ac:spMkLst>
            <pc:docMk/>
            <pc:sldMk cId="1186421160" sldId="262"/>
            <ac:spMk id="2" creationId="{8FEE4A9C-3F57-7DA7-91FD-715C3FB47F93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05:29.646" v="57" actId="20577"/>
        <pc:sldMkLst>
          <pc:docMk/>
          <pc:sldMk cId="3210358481" sldId="263"/>
        </pc:sldMkLst>
        <pc:spChg chg="mod">
          <ac:chgData name="Uzma Sardar" userId="S::uzma@edunetfoundation.org::890a7be9-5a0a-41fe-80e8-7700810bf9d6" providerId="AD" clId="Web-{12466EFC-1F62-CA2C-07B1-96111B302B1B}" dt="2023-11-22T13:05:29.646" v="57" actId="20577"/>
          <ac:spMkLst>
            <pc:docMk/>
            <pc:sldMk cId="3210358481" sldId="263"/>
            <ac:spMk id="2" creationId="{E041FD9D-DF07-9C37-1E61-1D920E0EF1D4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14:11.606" v="93" actId="20577"/>
        <pc:sldMkLst>
          <pc:docMk/>
          <pc:sldMk cId="3202024527" sldId="265"/>
        </pc:sldMkLst>
        <pc:spChg chg="mod">
          <ac:chgData name="Uzma Sardar" userId="S::uzma@edunetfoundation.org::890a7be9-5a0a-41fe-80e8-7700810bf9d6" providerId="AD" clId="Web-{12466EFC-1F62-CA2C-07B1-96111B302B1B}" dt="2023-11-22T13:14:11.606" v="93" actId="20577"/>
          <ac:spMkLst>
            <pc:docMk/>
            <pc:sldMk cId="3202024527" sldId="265"/>
            <ac:spMk id="2" creationId="{C4FFAF3C-BA60-9181-132C-C36C403AAEA7}"/>
          </ac:spMkLst>
        </pc:spChg>
        <pc:spChg chg="mod">
          <ac:chgData name="Uzma Sardar" userId="S::uzma@edunetfoundation.org::890a7be9-5a0a-41fe-80e8-7700810bf9d6" providerId="AD" clId="Web-{12466EFC-1F62-CA2C-07B1-96111B302B1B}" dt="2023-11-22T13:11:59.339" v="59" actId="20577"/>
          <ac:spMkLst>
            <pc:docMk/>
            <pc:sldMk cId="3202024527" sldId="265"/>
            <ac:spMk id="5" creationId="{8FBA75B4-2DD5-42EB-9397-F36BFB8BA723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39.545" v="134" actId="20577"/>
        <pc:sldMkLst>
          <pc:docMk/>
          <pc:sldMk cId="4154508776" sldId="266"/>
        </pc:sldMkLst>
        <pc:spChg chg="mod">
          <ac:chgData name="Uzma Sardar" userId="S::uzma@edunetfoundation.org::890a7be9-5a0a-41fe-80e8-7700810bf9d6" providerId="AD" clId="Web-{12466EFC-1F62-CA2C-07B1-96111B302B1B}" dt="2023-11-22T13:36:39.545" v="134" actId="20577"/>
          <ac:spMkLst>
            <pc:docMk/>
            <pc:sldMk cId="4154508776" sldId="266"/>
            <ac:spMk id="2" creationId="{F7F0871F-2198-9E37-C96F-3611AA199B60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46.529" v="135" actId="20577"/>
        <pc:sldMkLst>
          <pc:docMk/>
          <pc:sldMk cId="1483293388" sldId="267"/>
        </pc:sldMkLst>
        <pc:spChg chg="mod">
          <ac:chgData name="Uzma Sardar" userId="S::uzma@edunetfoundation.org::890a7be9-5a0a-41fe-80e8-7700810bf9d6" providerId="AD" clId="Web-{12466EFC-1F62-CA2C-07B1-96111B302B1B}" dt="2023-11-22T13:36:46.529" v="135" actId="20577"/>
          <ac:spMkLst>
            <pc:docMk/>
            <pc:sldMk cId="1483293388" sldId="267"/>
            <ac:spMk id="2" creationId="{D3304455-6802-6CA9-8475-2F6DD1B8D409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52.514" v="136" actId="20577"/>
        <pc:sldMkLst>
          <pc:docMk/>
          <pc:sldMk cId="3183315129" sldId="268"/>
        </pc:sldMkLst>
        <pc:spChg chg="mod">
          <ac:chgData name="Uzma Sardar" userId="S::uzma@edunetfoundation.org::890a7be9-5a0a-41fe-80e8-7700810bf9d6" providerId="AD" clId="Web-{12466EFC-1F62-CA2C-07B1-96111B302B1B}" dt="2023-11-22T13:36:52.514" v="136" actId="20577"/>
          <ac:spMkLst>
            <pc:docMk/>
            <pc:sldMk cId="3183315129" sldId="268"/>
            <ac:spMk id="2" creationId="{005E46AB-32C4-4B57-A2B1-50738A64BE1B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7:01.483" v="138" actId="20577"/>
        <pc:sldMkLst>
          <pc:docMk/>
          <pc:sldMk cId="728950222" sldId="269"/>
        </pc:sldMkLst>
        <pc:spChg chg="mod">
          <ac:chgData name="Uzma Sardar" userId="S::uzma@edunetfoundation.org::890a7be9-5a0a-41fe-80e8-7700810bf9d6" providerId="AD" clId="Web-{12466EFC-1F62-CA2C-07B1-96111B302B1B}" dt="2023-11-22T13:37:01.483" v="138" actId="20577"/>
          <ac:spMkLst>
            <pc:docMk/>
            <pc:sldMk cId="728950222" sldId="269"/>
            <ac:spMk id="2" creationId="{357C38BC-22B3-37B2-E0C3-812020A76077}"/>
          </ac:spMkLst>
        </pc:spChg>
      </pc:sldChg>
      <pc:sldChg chg="ord">
        <pc:chgData name="Uzma Sardar" userId="S::uzma@edunetfoundation.org::890a7be9-5a0a-41fe-80e8-7700810bf9d6" providerId="AD" clId="Web-{12466EFC-1F62-CA2C-07B1-96111B302B1B}" dt="2023-11-22T12:50:39.413" v="1"/>
        <pc:sldMkLst>
          <pc:docMk/>
          <pc:sldMk cId="2900153716" sldId="2146847054"/>
        </pc:sldMkLst>
      </pc:sldChg>
      <pc:sldChg chg="addSp delSp modSp new">
        <pc:chgData name="Uzma Sardar" userId="S::uzma@edunetfoundation.org::890a7be9-5a0a-41fe-80e8-7700810bf9d6" providerId="AD" clId="Web-{12466EFC-1F62-CA2C-07B1-96111B302B1B}" dt="2023-11-22T13:36:56.748" v="137" actId="20577"/>
        <pc:sldMkLst>
          <pc:docMk/>
          <pc:sldMk cId="614882681" sldId="2146847055"/>
        </pc:sldMkLst>
        <pc:spChg chg="del mod">
          <ac:chgData name="Uzma Sardar" userId="S::uzma@edunetfoundation.org::890a7be9-5a0a-41fe-80e8-7700810bf9d6" providerId="AD" clId="Web-{12466EFC-1F62-CA2C-07B1-96111B302B1B}" dt="2023-11-22T13:35:34.513" v="121"/>
          <ac:spMkLst>
            <pc:docMk/>
            <pc:sldMk cId="614882681" sldId="2146847055"/>
            <ac:spMk id="2" creationId="{092FD957-A075-74CF-7EC5-14CBBC98A454}"/>
          </ac:spMkLst>
        </pc:spChg>
        <pc:spChg chg="mod">
          <ac:chgData name="Uzma Sardar" userId="S::uzma@edunetfoundation.org::890a7be9-5a0a-41fe-80e8-7700810bf9d6" providerId="AD" clId="Web-{12466EFC-1F62-CA2C-07B1-96111B302B1B}" dt="2023-11-22T13:36:56.748" v="137" actId="20577"/>
          <ac:spMkLst>
            <pc:docMk/>
            <pc:sldMk cId="614882681" sldId="2146847055"/>
            <ac:spMk id="3" creationId="{A6638FD1-D00E-E75B-705C-564F06D93D7B}"/>
          </ac:spMkLst>
        </pc:spChg>
        <pc:spChg chg="add mod">
          <ac:chgData name="Uzma Sardar" userId="S::uzma@edunetfoundation.org::890a7be9-5a0a-41fe-80e8-7700810bf9d6" providerId="AD" clId="Web-{12466EFC-1F62-CA2C-07B1-96111B302B1B}" dt="2023-11-22T13:35:36.794" v="122" actId="1076"/>
          <ac:spMkLst>
            <pc:docMk/>
            <pc:sldMk cId="614882681" sldId="2146847055"/>
            <ac:spMk id="5" creationId="{3F968F13-9AC4-7120-7ACD-9F752C767D5D}"/>
          </ac:spMkLst>
        </pc:spChg>
      </pc:sldChg>
    </pc:docChg>
  </pc:docChgLst>
  <pc:docChgLst>
    <pc:chgData name="Shabaz Ahmed Ali" userId="S::shabaz@edunetfoundation.org::8937c481-946d-4552-82de-d81526054d6b" providerId="AD" clId="Web-{0A2B98E8-7AC3-75BD-DBFE-38A4BBF4F439}"/>
    <pc:docChg chg="modSld">
      <pc:chgData name="Shabaz Ahmed Ali" userId="S::shabaz@edunetfoundation.org::8937c481-946d-4552-82de-d81526054d6b" providerId="AD" clId="Web-{0A2B98E8-7AC3-75BD-DBFE-38A4BBF4F439}" dt="2024-01-05T12:23:35.348" v="9" actId="20577"/>
      <pc:docMkLst>
        <pc:docMk/>
      </pc:docMkLst>
      <pc:sldChg chg="modSp">
        <pc:chgData name="Shabaz Ahmed Ali" userId="S::shabaz@edunetfoundation.org::8937c481-946d-4552-82de-d81526054d6b" providerId="AD" clId="Web-{0A2B98E8-7AC3-75BD-DBFE-38A4BBF4F439}" dt="2024-01-05T12:23:35.348" v="9" actId="20577"/>
        <pc:sldMkLst>
          <pc:docMk/>
          <pc:sldMk cId="2900153716" sldId="2146847054"/>
        </pc:sldMkLst>
        <pc:spChg chg="mod">
          <ac:chgData name="Shabaz Ahmed Ali" userId="S::shabaz@edunetfoundation.org::8937c481-946d-4552-82de-d81526054d6b" providerId="AD" clId="Web-{0A2B98E8-7AC3-75BD-DBFE-38A4BBF4F439}" dt="2024-01-05T12:23:35.348" v="9" actId="20577"/>
          <ac:spMkLst>
            <pc:docMk/>
            <pc:sldMk cId="2900153716" sldId="2146847054"/>
            <ac:spMk id="3" creationId="{B2678641-EEA3-4EC4-BF39-4075B0C120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05-04-2024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4/5/2024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=""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=""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KEYLOGGER AND SECURITY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 . GRACE SALOMI</a:t>
            </a: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JAYARAJ ANNAPACKIAM CSI COLLEGE OF ENGINEERING</a:t>
            </a: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B.TECH / INFORMATION TECHNOLOGY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1019020" cy="56388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b="1" dirty="0" smtClean="0">
                <a:latin typeface="Arial"/>
                <a:ea typeface="+mn-lt"/>
                <a:cs typeface="Arial"/>
              </a:rPr>
              <a:t>  </a:t>
            </a:r>
            <a:endParaRPr lang="en-US" dirty="0" smtClean="0">
              <a:latin typeface="Arial"/>
              <a:cs typeface="Arial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Problem Statement </a:t>
            </a:r>
            <a:r>
              <a:rPr lang="en-US" sz="1800" dirty="0" smtClean="0">
                <a:latin typeface="Arial"/>
                <a:ea typeface="+mn-lt"/>
                <a:cs typeface="Arial"/>
              </a:rPr>
              <a:t>(Should not include solution)</a:t>
            </a:r>
            <a:endParaRPr lang="en-US" dirty="0" smtClean="0">
              <a:latin typeface="Arial"/>
              <a:cs typeface="Arial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Proposed System/Solution</a:t>
            </a: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Key logger code</a:t>
            </a: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Key logger Run &amp; Output</a:t>
            </a:r>
            <a:endParaRPr lang="en-US" dirty="0" smtClean="0">
              <a:latin typeface="Arial"/>
              <a:cs typeface="Arial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Calibri"/>
              </a:rPr>
              <a:t>System </a:t>
            </a:r>
            <a:r>
              <a:rPr lang="en-US" sz="1800" b="1" dirty="0" smtClean="0">
                <a:latin typeface="Arial"/>
                <a:ea typeface="+mn-lt"/>
                <a:cs typeface="+mn-lt"/>
              </a:rPr>
              <a:t>Development Approach </a:t>
            </a:r>
            <a:r>
              <a:rPr lang="en-US" sz="1800" dirty="0" smtClean="0">
                <a:latin typeface="Arial"/>
                <a:ea typeface="+mn-lt"/>
                <a:cs typeface="+mn-lt"/>
              </a:rPr>
              <a:t>(Technology Used) </a:t>
            </a:r>
            <a:endParaRPr lang="en-US" dirty="0" smtClean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 smtClean="0">
              <a:latin typeface="Arial"/>
              <a:cs typeface="Calibri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Result (Output Image)</a:t>
            </a: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Conclusion</a:t>
            </a:r>
            <a:endParaRPr lang="en-US" dirty="0" smtClean="0">
              <a:latin typeface="Arial"/>
              <a:cs typeface="Arial"/>
            </a:endParaRP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1800" b="1" dirty="0" smtClean="0">
                <a:latin typeface="Arial"/>
                <a:ea typeface="+mn-lt"/>
                <a:cs typeface="Arial"/>
              </a:rPr>
              <a:t>References</a:t>
            </a:r>
            <a:endParaRPr lang="en-US" dirty="0" smtClean="0">
              <a:latin typeface="Arial"/>
              <a:cs typeface="Arial"/>
            </a:endParaRPr>
          </a:p>
          <a:p>
            <a:pPr marL="305435" indent="-305435"/>
            <a:endParaRPr lang="en-US" dirty="0" smtClean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 today's digital age, where cyber security threats loom large, one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of the significant concerns is the proliferation of key loggers,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stealthy software tools designed to monitor and record keystrokes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 a user's computer without their knowledge. Key loggers pose a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severe threat to individuals and organizations as they can capture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sensitive information such as passwords, credit card details, and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other personal data, leading to identity theft, financial loss, and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privacy breaches 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The proposed system to compact the threat key loggers in today’s age , several solutions can be implemented. The solution will consist of the following components:</a:t>
            </a:r>
            <a:endParaRPr lang="en-IN" sz="1200" b="1" dirty="0" smtClean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Use Antivirus Software:</a:t>
            </a:r>
            <a:endParaRPr lang="en-IN" sz="1200" b="1" dirty="0" smtClean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Employ reputable antivirus software with key logger detection capabilities.</a:t>
            </a:r>
            <a:endParaRPr lang="en-IN" sz="1200" b="1" dirty="0" smtClean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Regular Updates:</a:t>
            </a:r>
            <a:endParaRPr lang="en-IN" sz="1200" b="1" dirty="0" smtClean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Keep all software ,including OS and applications, up to date to patch  vulnerabilities exploited by key loggers.</a:t>
            </a:r>
            <a:endParaRPr lang="en-IN" sz="1200" b="1" dirty="0" smtClean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Firewalls and IDS:</a:t>
            </a:r>
            <a:endParaRPr lang="en-IN" sz="1200" b="1" dirty="0" smtClean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Utilize firewalls and Instruction Detection Systems to monitor and block suspicious network activity. </a:t>
            </a:r>
            <a:endParaRPr lang="en-IN" sz="1200" b="1" dirty="0" smtClean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Virtual Keyboards:</a:t>
            </a:r>
            <a:endParaRPr lang="en-IN" sz="1200" b="1" dirty="0" smtClean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cs typeface="Calibri"/>
              </a:rPr>
              <a:t>Encourage the use of virtual keyboards for sensitive activities to avoid physical keystroke capture.</a:t>
            </a: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User Education:</a:t>
            </a:r>
            <a:endParaRPr lang="en-IN" sz="1200" b="1" dirty="0" smtClean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Train users about key loggers risks and best practices to mitigate them</a:t>
            </a:r>
            <a:r>
              <a:rPr lang="en-IN" sz="1200" b="1" dirty="0" smtClean="0">
                <a:latin typeface="Calibri"/>
                <a:ea typeface="+mn-lt"/>
                <a:cs typeface="+mn-lt"/>
              </a:rPr>
              <a:t>.</a:t>
            </a:r>
            <a:endParaRPr lang="en-IN" sz="1200" b="1" dirty="0" smtClean="0"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21006" y="732935"/>
            <a:ext cx="10590835" cy="896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all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KEY LOGGER CODE</a:t>
            </a:r>
            <a:endParaRPr kumimoji="0" lang="en-US" sz="4400" b="0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2" descr="C:\Users\ACER\Downloads\AK\AK\kuma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1593" y="1623732"/>
            <a:ext cx="5759648" cy="4796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8782" y="939284"/>
            <a:ext cx="68320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</a:rPr>
              <a:t>KEY </a:t>
            </a:r>
            <a:r>
              <a:rPr lang="en-US" sz="4000" dirty="0" smtClean="0">
                <a:solidFill>
                  <a:schemeClr val="accent1"/>
                </a:solidFill>
              </a:rPr>
              <a:t>LOGGER  RUNS &amp; OUTPUT</a:t>
            </a:r>
            <a:endParaRPr lang="en-US" sz="4000" dirty="0"/>
          </a:p>
        </p:txBody>
      </p:sp>
      <p:pic>
        <p:nvPicPr>
          <p:cNvPr id="1026" name="Picture 2" descr="C:\Users\ACER\Downloads\AK\AK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199" y="1866900"/>
            <a:ext cx="8648701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 smtClean="0">
                <a:solidFill>
                  <a:srgbClr val="0F0F0F"/>
                </a:solidFill>
                <a:ea typeface="+mn-lt"/>
                <a:cs typeface="+mn-lt"/>
              </a:rPr>
              <a:t>The "System Approach" section outlines the overall strategy and methodology for proliferation of key loggers in today’s digital age involves multiple interconnected strategies. Here's a suggested structure for this section: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Risk Assessment</a:t>
            </a:r>
            <a:endParaRPr lang="en-IN" sz="1800" b="1" dirty="0">
              <a:solidFill>
                <a:srgbClr val="0F0F0F"/>
              </a:solidFill>
            </a:endParaRPr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Identify Assets</a:t>
            </a:r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Security </a:t>
            </a:r>
            <a:r>
              <a:rPr lang="en-IN" sz="1800" b="1" dirty="0" smtClean="0">
                <a:solidFill>
                  <a:srgbClr val="0F0F0F"/>
                </a:solidFill>
              </a:rPr>
              <a:t>Measures</a:t>
            </a: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0202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05435" indent="-305435"/>
            <a:r>
              <a:rPr lang="en-IN" sz="1400" dirty="0" smtClean="0">
                <a:ea typeface="+mn-lt"/>
                <a:cs typeface="+mn-lt"/>
              </a:rPr>
              <a:t> Certainly  here’s an algorithm and deployment plan to address the proliferation of key loggers:</a:t>
            </a:r>
            <a:endParaRPr lang="en-IN" sz="1400" dirty="0" smtClean="0"/>
          </a:p>
          <a:p>
            <a:pPr marL="305435" indent="-305435"/>
            <a:endParaRPr lang="en-IN" sz="1400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Monitor and System Activity: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Continuously monitor system processes and network traffic for suspicious activities indicative of key logger presence.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Use system monitoring tools track changes in file integrity and registry settings.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Heuristic  Analysis: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Apply heuristic analysis to identify potentially malicious behaviours and code structures behaviours and code structures commonly associated with key loggers.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Analyze file metadata  , code  structures and runtime behaviour to identify suspicious activity.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Endpoint Protection: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Install and configure anti-key logger software on all endpoint devices , including desktops , laptops and mobile devices.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Integrate anti-key logger solutions with existing end point protection platform for centralized management and monitoring. 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Network Security: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Implement network intrusion detection and prevention systems to monitor network traffic for signs of key logger activity.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Utilize firewalls and networks segmentation to restrict unauthorized access to sensitive systems and data.</a:t>
            </a:r>
            <a:endParaRPr lang="en-IN" dirty="0"/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5450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Increased awareness and understanding of the risks post by key loggers among individuals and organizations . Implementation of proactive measures such as deploying anti-key logger software and conducting regular security audits. 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148329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000" dirty="0" smtClean="0">
                <a:solidFill>
                  <a:srgbClr val="0F0F0F"/>
                </a:solidFill>
                <a:ea typeface="+mn-lt"/>
                <a:cs typeface="+mn-lt"/>
              </a:rPr>
              <a:t>In conclusion , the proliferation of key loggers in digital’s age presents a significant and pervasive threat to both individuals and organizations . By prioritizing  awareness , prevention , and pro active measures , we can better safe guard against the detrimental effects of key logger attacks and upload the integrity of our digital infrastructure . </a:t>
            </a:r>
            <a:endParaRPr lang="en-IN" sz="2000" dirty="0"/>
          </a:p>
        </p:txBody>
      </p:sp>
    </p:spTree>
    <p:extLst>
      <p:ext uri="{BB962C8B-B14F-4D97-AF65-F5344CB8AC3E}">
        <p14:creationId xmlns=""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>
              <a:buNone/>
            </a:pPr>
            <a:r>
              <a:rPr lang="en-US" sz="2000" b="1" dirty="0" smtClean="0"/>
              <a:t>    Advanced Detection Techniques to continue research and development  into more sophisticated detection methods , including machine learning algorithms and artificial intelligence to identify and neutralize evolving key logger variants .</a:t>
            </a:r>
            <a:endParaRPr lang="en-US" sz="200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=""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>
              <a:buNone/>
            </a:pP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Here are some references that provide insights into the proliferation of key loggers and the associated cyber security threats to Symantec  , CISA .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187</TotalTime>
  <Words>590</Words>
  <Application>Microsoft Office PowerPoint</Application>
  <PresentationFormat>Custom</PresentationFormat>
  <Paragraphs>73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DividendVTI</vt:lpstr>
      <vt:lpstr>KEYLOGGER AND SECURITY</vt:lpstr>
      <vt:lpstr>OUTLINE</vt:lpstr>
      <vt:lpstr>Problem Statement</vt:lpstr>
      <vt:lpstr>Proposed Solution</vt:lpstr>
      <vt:lpstr>Slide 5</vt:lpstr>
      <vt:lpstr>Slide 6</vt:lpstr>
      <vt:lpstr>System  Approach</vt:lpstr>
      <vt:lpstr>Algorithm &amp; Deployment</vt:lpstr>
      <vt:lpstr>Result</vt:lpstr>
      <vt:lpstr>Conclusion</vt:lpstr>
      <vt:lpstr>Slide 11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ACER</cp:lastModifiedBy>
  <cp:revision>41</cp:revision>
  <dcterms:created xsi:type="dcterms:W3CDTF">2021-05-26T16:50:10Z</dcterms:created>
  <dcterms:modified xsi:type="dcterms:W3CDTF">2024-04-04T23:44:31Z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